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2" r:id="rId7"/>
    <p:sldId id="263"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121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5594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7683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9693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GB"/>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5802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7611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295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46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1082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3670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1525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03417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3754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6481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9321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7433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3333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10/27/2025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70864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0390" y="185195"/>
            <a:ext cx="7500395" cy="2558005"/>
          </a:xfrm>
        </p:spPr>
        <p:txBody>
          <a:bodyPr/>
          <a:lstStyle/>
          <a:p>
            <a:pPr algn="ctr">
              <a:defRPr>
                <a:solidFill>
                  <a:srgbClr val="228B22"/>
                </a:solidFill>
              </a:defRPr>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SMART IRRIGATION SYSTEM </a:t>
            </a:r>
          </a:p>
        </p:txBody>
      </p:sp>
      <p:sp>
        <p:nvSpPr>
          <p:cNvPr id="3" name="Subtitle 2"/>
          <p:cNvSpPr>
            <a:spLocks noGrp="1"/>
          </p:cNvSpPr>
          <p:nvPr>
            <p:ph type="subTitle" idx="1"/>
          </p:nvPr>
        </p:nvSpPr>
        <p:spPr>
          <a:xfrm>
            <a:off x="748630" y="2743200"/>
            <a:ext cx="6624443" cy="3929605"/>
          </a:xfrm>
        </p:spPr>
        <p:txBody>
          <a:bodyPr>
            <a:normAutofit/>
          </a:bodyPr>
          <a:lstStyle/>
          <a:p>
            <a:pPr algn="ctr"/>
            <a:r>
              <a:rPr dirty="0">
                <a:solidFill>
                  <a:schemeClr val="tx1"/>
                </a:solidFill>
              </a:rPr>
              <a:t>An IoT-based solution for efficient water use in agricultur</a:t>
            </a:r>
            <a:r>
              <a:rPr lang="en-US" dirty="0">
                <a:solidFill>
                  <a:schemeClr val="tx1"/>
                </a:solidFill>
              </a:rPr>
              <a:t>e</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Presented by GreenTech</a:t>
            </a:r>
          </a:p>
          <a:p>
            <a:pPr algn="ctr"/>
            <a:r>
              <a:rPr lang="en-US" dirty="0">
                <a:solidFill>
                  <a:schemeClr val="tx1"/>
                </a:solidFill>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31494"/>
            <a:ext cx="6844497" cy="1018572"/>
          </a:xfrm>
        </p:spPr>
        <p:txBody>
          <a:bodyPr>
            <a:normAutofit/>
          </a:bodyPr>
          <a:lstStyle/>
          <a:p>
            <a:pPr algn="ctr">
              <a:defRPr>
                <a:solidFill>
                  <a:srgbClr val="228B22"/>
                </a:solidFill>
              </a:defRPr>
            </a:pP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INTRODUCTION</a:t>
            </a:r>
          </a:p>
        </p:txBody>
      </p:sp>
      <p:sp>
        <p:nvSpPr>
          <p:cNvPr id="3" name="Content Placeholder 2"/>
          <p:cNvSpPr>
            <a:spLocks noGrp="1"/>
          </p:cNvSpPr>
          <p:nvPr>
            <p:ph idx="1"/>
          </p:nvPr>
        </p:nvSpPr>
        <p:spPr>
          <a:xfrm>
            <a:off x="609598" y="1759352"/>
            <a:ext cx="6844497" cy="4282011"/>
          </a:xfrm>
        </p:spPr>
        <p:txBody>
          <a:bodyPr>
            <a:normAutofit/>
          </a:bodyPr>
          <a:lstStyle/>
          <a:p>
            <a:pPr algn="just">
              <a:lnSpc>
                <a:spcPct val="150000"/>
              </a:lnSpc>
              <a:defRPr sz="1800">
                <a:solidFill>
                  <a:srgbClr val="005000"/>
                </a:solidFill>
              </a:defRPr>
            </a:pPr>
            <a:r>
              <a:rPr lang="en-US" dirty="0">
                <a:solidFill>
                  <a:schemeClr val="tx1"/>
                </a:solidFill>
              </a:rPr>
              <a:t>Efficient water use is a major challenge in farming, as fixed irrigation schedules often lead to overwatering or underwatering crops, which can waste water and reduce yields. Our project, the Smart Irrigation System, addresses this problem by automatically watering plants based on soil moisture and temperature</a:t>
            </a:r>
            <a:r>
              <a:rPr lang="en-US"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218" y="266218"/>
            <a:ext cx="8542115" cy="844952"/>
          </a:xfrm>
        </p:spPr>
        <p:txBody>
          <a:bodyPr>
            <a:noAutofit/>
          </a:bodyPr>
          <a:lstStyle/>
          <a:p>
            <a:pPr algn="ctr">
              <a:defRPr>
                <a:solidFill>
                  <a:srgbClr val="228B22"/>
                </a:solidFill>
              </a:defRPr>
            </a:pP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PROBLEM STATEMENT</a:t>
            </a:r>
          </a:p>
        </p:txBody>
      </p:sp>
      <p:sp>
        <p:nvSpPr>
          <p:cNvPr id="3" name="Content Placeholder 2"/>
          <p:cNvSpPr>
            <a:spLocks noGrp="1"/>
          </p:cNvSpPr>
          <p:nvPr>
            <p:ph idx="1"/>
          </p:nvPr>
        </p:nvSpPr>
        <p:spPr>
          <a:xfrm>
            <a:off x="609598" y="1608882"/>
            <a:ext cx="7342209" cy="4432482"/>
          </a:xfrm>
        </p:spPr>
        <p:txBody>
          <a:bodyPr/>
          <a:lstStyle/>
          <a:p>
            <a:pPr algn="just">
              <a:lnSpc>
                <a:spcPct val="150000"/>
              </a:lnSpc>
              <a:defRPr sz="1800">
                <a:solidFill>
                  <a:srgbClr val="005000"/>
                </a:solidFill>
              </a:defRPr>
            </a:pPr>
            <a:r>
              <a:rPr lang="en-US" dirty="0">
                <a:solidFill>
                  <a:schemeClr val="tx1"/>
                </a:solidFill>
                <a:latin typeface="+mj-lt"/>
                <a:cs typeface="Times New Roman" panose="02020603050405020304" pitchFamily="18" charset="0"/>
              </a:rPr>
              <a:t>Farmers often irrigate crops on fixed schedules, regardless of actual soil moisture or weather conditions. This approach can lead to overwatering, wasting valuable water resources, or underwatering, which reduces crop yield and quality. </a:t>
            </a:r>
          </a:p>
          <a:p>
            <a:pPr algn="just">
              <a:lnSpc>
                <a:spcPct val="150000"/>
              </a:lnSpc>
              <a:defRPr sz="1800">
                <a:solidFill>
                  <a:srgbClr val="005000"/>
                </a:solidFill>
              </a:defRPr>
            </a:pPr>
            <a:r>
              <a:rPr lang="en-US" dirty="0">
                <a:solidFill>
                  <a:schemeClr val="tx1"/>
                </a:solidFill>
                <a:latin typeface="+mj-lt"/>
                <a:cs typeface="Times New Roman" panose="02020603050405020304" pitchFamily="18" charset="0"/>
              </a:rPr>
              <a:t>There is a need for a system that can automatically monitor soil and environmental conditions and control irrigation efficiently, ensuring that plants receive the right amount of water at the right time</a:t>
            </a:r>
            <a:r>
              <a:rPr lang="en-US" dirty="0">
                <a:solidFill>
                  <a:schemeClr val="tx1"/>
                </a:solidFill>
                <a:latin typeface="Times New Roman" panose="02020603050405020304" pitchFamily="18" charset="0"/>
                <a:cs typeface="Times New Roman" panose="02020603050405020304" pitchFamily="18" charset="0"/>
              </a:rPr>
              <a:t>.</a:t>
            </a: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2775" y="115747"/>
            <a:ext cx="7044316" cy="1284791"/>
          </a:xfrm>
        </p:spPr>
        <p:txBody>
          <a:bodyPr>
            <a:normAutofit/>
          </a:bodyPr>
          <a:lstStyle/>
          <a:p>
            <a:pPr algn="ctr">
              <a:defRPr>
                <a:solidFill>
                  <a:srgbClr val="228B22"/>
                </a:solidFill>
              </a:defRPr>
            </a:pPr>
            <a:r>
              <a:rPr dirty="0"/>
              <a:t>⚙️</a:t>
            </a: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AIM &amp; MISSION </a:t>
            </a:r>
            <a:endParaRP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D71CF844-1265-A463-AF6E-A4F009AA0223}"/>
              </a:ext>
            </a:extLst>
          </p:cNvPr>
          <p:cNvSpPr>
            <a:spLocks noGrp="1"/>
          </p:cNvSpPr>
          <p:nvPr>
            <p:ph idx="1"/>
          </p:nvPr>
        </p:nvSpPr>
        <p:spPr>
          <a:xfrm>
            <a:off x="609599" y="1689904"/>
            <a:ext cx="6925520" cy="4351459"/>
          </a:xfrm>
        </p:spPr>
        <p:txBody>
          <a:bodyPr/>
          <a:lstStyle/>
          <a:p>
            <a:pPr algn="just"/>
            <a:r>
              <a:rPr lang="en-US" dirty="0">
                <a:solidFill>
                  <a:schemeClr val="tx1"/>
                </a:solidFill>
              </a:rPr>
              <a:t>The aim is to design and implement a Smart Irrigation System that automatically waters plants based on real-time soil moisture and temperature readings, ensuring efficient water use and optimal crop growth.</a:t>
            </a:r>
          </a:p>
          <a:p>
            <a:pPr algn="just"/>
            <a:endParaRPr lang="en-US" dirty="0">
              <a:solidFill>
                <a:schemeClr val="tx1"/>
              </a:solidFill>
            </a:endParaRPr>
          </a:p>
          <a:p>
            <a:pPr algn="just"/>
            <a:endParaRPr lang="en-US" dirty="0">
              <a:solidFill>
                <a:schemeClr val="tx1"/>
              </a:solidFill>
            </a:endParaRPr>
          </a:p>
          <a:p>
            <a:pPr algn="just"/>
            <a:r>
              <a:rPr lang="en-US" dirty="0">
                <a:solidFill>
                  <a:schemeClr val="tx1"/>
                </a:solidFill>
              </a:rPr>
              <a:t>The mission is to promote sustainable and efficient farming practices by developing an automated irrigation system that monitors soil and environmental conditions, reduces water wastage, and supports healthy crop growth.</a:t>
            </a:r>
          </a:p>
          <a:p>
            <a:pPr algn="just"/>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115" y="347241"/>
            <a:ext cx="7072132" cy="1250065"/>
          </a:xfrm>
        </p:spPr>
        <p:txBody>
          <a:bodyPr>
            <a:normAutofit/>
          </a:bodyPr>
          <a:lstStyle/>
          <a:p>
            <a:pPr>
              <a:defRPr>
                <a:solidFill>
                  <a:srgbClr val="228B22"/>
                </a:solidFill>
              </a:defRPr>
            </a:pPr>
            <a:r>
              <a:rPr dirty="0"/>
              <a:t>💡 </a:t>
            </a:r>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PROPOSED SOLUTION </a:t>
            </a:r>
          </a:p>
        </p:txBody>
      </p:sp>
      <p:sp>
        <p:nvSpPr>
          <p:cNvPr id="3" name="Content Placeholder 2"/>
          <p:cNvSpPr>
            <a:spLocks noGrp="1"/>
          </p:cNvSpPr>
          <p:nvPr>
            <p:ph idx="1"/>
          </p:nvPr>
        </p:nvSpPr>
        <p:spPr>
          <a:xfrm>
            <a:off x="609599" y="1342663"/>
            <a:ext cx="7712598" cy="4444057"/>
          </a:xfrm>
        </p:spPr>
        <p:txBody>
          <a:bodyPr/>
          <a:lstStyle/>
          <a:p>
            <a:pPr algn="just">
              <a:defRPr sz="1800">
                <a:solidFill>
                  <a:srgbClr val="005000"/>
                </a:solidFill>
              </a:defRPr>
            </a:pPr>
            <a:r>
              <a:rPr lang="en-US" dirty="0">
                <a:solidFill>
                  <a:schemeClr val="tx1"/>
                </a:solidFill>
              </a:rPr>
              <a:t>A Smart Irrigation System that automatically controls water supply based on soil moisture and temperature. Using sensors to monitor conditions, the system determines when irrigation is necessary</a:t>
            </a:r>
            <a:r>
              <a:rPr lang="en-US" dirty="0"/>
              <a:t>.</a:t>
            </a:r>
          </a:p>
          <a:p>
            <a:pPr algn="just">
              <a:defRPr sz="1800">
                <a:solidFill>
                  <a:srgbClr val="005000"/>
                </a:solidFill>
              </a:defRPr>
            </a:pPr>
            <a:endParaRPr dirty="0"/>
          </a:p>
        </p:txBody>
      </p:sp>
      <p:pic>
        <p:nvPicPr>
          <p:cNvPr id="5" name="Picture 4" descr="A computer circuit board with wires&#10;&#10;AI-generated content may be incorrect.">
            <a:extLst>
              <a:ext uri="{FF2B5EF4-FFF2-40B4-BE49-F238E27FC236}">
                <a16:creationId xmlns:a16="http://schemas.microsoft.com/office/drawing/2014/main" id="{BDCC4C78-BB2B-5933-D34A-B941C52699F6}"/>
              </a:ext>
            </a:extLst>
          </p:cNvPr>
          <p:cNvPicPr>
            <a:picLocks noChangeAspect="1"/>
          </p:cNvPicPr>
          <p:nvPr/>
        </p:nvPicPr>
        <p:blipFill>
          <a:blip r:embed="rId2"/>
          <a:stretch>
            <a:fillRect/>
          </a:stretch>
        </p:blipFill>
        <p:spPr>
          <a:xfrm>
            <a:off x="1" y="2211386"/>
            <a:ext cx="9144000" cy="46466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874644" cy="952982"/>
          </a:xfrm>
        </p:spPr>
        <p:txBody>
          <a:bodyPr/>
          <a:lstStyle/>
          <a:p>
            <a:pPr algn="ctr">
              <a:defRPr>
                <a:solidFill>
                  <a:srgbClr val="228B22"/>
                </a:solidFill>
              </a:defRPr>
            </a:pPr>
            <a:r>
              <a:rPr dirty="0"/>
              <a:t>🌾 </a:t>
            </a:r>
            <a:r>
              <a:rPr lang="en-US" sz="4400" b="1" dirty="0">
                <a:latin typeface="Times New Roman" panose="02020603050405020304" pitchFamily="18" charset="0"/>
                <a:cs typeface="Times New Roman" panose="02020603050405020304" pitchFamily="18" charset="0"/>
              </a:rPr>
              <a:t>CONCLUSION</a:t>
            </a:r>
            <a:endParaRPr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9" y="1956122"/>
            <a:ext cx="7087566" cy="4085241"/>
          </a:xfrm>
        </p:spPr>
        <p:txBody>
          <a:bodyPr/>
          <a:lstStyle/>
          <a:p>
            <a:pPr algn="just">
              <a:lnSpc>
                <a:spcPct val="150000"/>
              </a:lnSpc>
              <a:defRPr sz="1800">
                <a:solidFill>
                  <a:srgbClr val="005000"/>
                </a:solidFill>
              </a:defRPr>
            </a:pPr>
            <a:r>
              <a:rPr dirty="0">
                <a:solidFill>
                  <a:schemeClr val="tx1"/>
                </a:solidFill>
              </a:rPr>
              <a:t>The Smart Irrigation System demonstrates the transformative potential of IoT in agriculture. By automating irrigation based on real-time data, farmers can conserve water, improve crop yields, and reduce manual labor. This project highlights how technology can drive sustainable agricultural practices.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FEE8-053E-810D-CC22-7DE914B9CCED}"/>
              </a:ext>
            </a:extLst>
          </p:cNvPr>
          <p:cNvSpPr>
            <a:spLocks noGrp="1"/>
          </p:cNvSpPr>
          <p:nvPr>
            <p:ph type="ctrTitle"/>
          </p:nvPr>
        </p:nvSpPr>
        <p:spPr>
          <a:xfrm>
            <a:off x="1084296" y="0"/>
            <a:ext cx="6358226" cy="1122744"/>
          </a:xfrm>
        </p:spPr>
        <p:txBody>
          <a:bodyPr/>
          <a:lstStyle/>
          <a:p>
            <a:pPr algn="ctr"/>
            <a:r>
              <a:rPr lang="en-US" b="1" dirty="0">
                <a:solidFill>
                  <a:schemeClr val="accent2">
                    <a:lumMod val="75000"/>
                  </a:schemeClr>
                </a:solidFill>
                <a:effectLst>
                  <a:outerShdw blurRad="38100" dist="38100" dir="2700000" algn="tl">
                    <a:srgbClr val="000000">
                      <a:alpha val="43137"/>
                    </a:srgbClr>
                  </a:outerShdw>
                </a:effectLst>
              </a:rPr>
              <a:t>THANK YOU </a:t>
            </a:r>
          </a:p>
        </p:txBody>
      </p:sp>
      <p:sp>
        <p:nvSpPr>
          <p:cNvPr id="3" name="Subtitle 2">
            <a:extLst>
              <a:ext uri="{FF2B5EF4-FFF2-40B4-BE49-F238E27FC236}">
                <a16:creationId xmlns:a16="http://schemas.microsoft.com/office/drawing/2014/main" id="{99E187A6-CBC3-0236-EFB6-9C29EB18ABE4}"/>
              </a:ext>
            </a:extLst>
          </p:cNvPr>
          <p:cNvSpPr>
            <a:spLocks noGrp="1"/>
          </p:cNvSpPr>
          <p:nvPr>
            <p:ph type="subTitle" idx="1"/>
          </p:nvPr>
        </p:nvSpPr>
        <p:spPr/>
        <p:txBody>
          <a:bodyPr/>
          <a:lstStyle/>
          <a:p>
            <a:endParaRPr lang="en-US" dirty="0"/>
          </a:p>
        </p:txBody>
      </p:sp>
      <p:pic>
        <p:nvPicPr>
          <p:cNvPr id="5" name="Picture 4" descr="A chalkboard with hands on it&#10;&#10;AI-generated content may be incorrect.">
            <a:extLst>
              <a:ext uri="{FF2B5EF4-FFF2-40B4-BE49-F238E27FC236}">
                <a16:creationId xmlns:a16="http://schemas.microsoft.com/office/drawing/2014/main" id="{722E9D71-5053-BA35-0449-C0DFDD659175}"/>
              </a:ext>
            </a:extLst>
          </p:cNvPr>
          <p:cNvPicPr>
            <a:picLocks noChangeAspect="1"/>
          </p:cNvPicPr>
          <p:nvPr/>
        </p:nvPicPr>
        <p:blipFill>
          <a:blip r:embed="rId2"/>
          <a:stretch>
            <a:fillRect/>
          </a:stretch>
        </p:blipFill>
        <p:spPr>
          <a:xfrm>
            <a:off x="0" y="1932972"/>
            <a:ext cx="9144000" cy="4925028"/>
          </a:xfrm>
          <a:prstGeom prst="rect">
            <a:avLst/>
          </a:prstGeom>
        </p:spPr>
      </p:pic>
    </p:spTree>
    <p:extLst>
      <p:ext uri="{BB962C8B-B14F-4D97-AF65-F5344CB8AC3E}">
        <p14:creationId xmlns:p14="http://schemas.microsoft.com/office/powerpoint/2010/main" val="24849165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421</TotalTime>
  <Words>307</Words>
  <Application>Microsoft Office PowerPoint</Application>
  <PresentationFormat>On-screen Show (4:3)</PresentationFormat>
  <Paragraphs>25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Times New Roman</vt:lpstr>
      <vt:lpstr>Trebuchet MS</vt:lpstr>
      <vt:lpstr>Wingdings 3</vt:lpstr>
      <vt:lpstr>Facet</vt:lpstr>
      <vt:lpstr>SMART IRRIGATION SYSTEM </vt:lpstr>
      <vt:lpstr>🌱 INTRODUCTION</vt:lpstr>
      <vt:lpstr>🎯 PROBLEM STATEMENT</vt:lpstr>
      <vt:lpstr>⚙️AIM &amp; MISSION </vt:lpstr>
      <vt:lpstr>💡 PROPOSED SOLUTION </vt:lpstr>
      <vt:lpstr>🌾 CONCLUSION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Thandiswa Nhlabathi</dc:creator>
  <cp:keywords/>
  <dc:description>generated using python-pptx</dc:description>
  <cp:lastModifiedBy>Innocent Mogane</cp:lastModifiedBy>
  <cp:revision>4</cp:revision>
  <dcterms:created xsi:type="dcterms:W3CDTF">2013-01-27T09:14:16Z</dcterms:created>
  <dcterms:modified xsi:type="dcterms:W3CDTF">2025-10-27T13:19:09Z</dcterms:modified>
  <cp:category/>
</cp:coreProperties>
</file>